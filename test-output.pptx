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咖啡店创业指南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泽思AI商业智库 | Zenith.ai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2026/2/26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1. 市场调研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在开设咖啡店之前，需要进行充分的市场调研：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目标客户群体分析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竞争对手调查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选址考察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2. 资金准备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初期投资预算：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租金：每月2-5万元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装修：10-30万元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设备：15-25万元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原料：3-5万元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3. 证照办理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需要办理的证照包括：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营业执照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食品经营许可证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消防许可证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4. 人员招聘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需要招聘的岗位：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店长1名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咖啡师2-3名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服务员2-3名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核心原则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选址是咖啡店成功的关键因素之一。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优质地段特征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人流量大：商业区、写字楼、大学城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目标客户集中：白领、学生、文艺青年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交通便利：地铁站、公交站附近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停车方便：有停车位或附近有停车场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成本考虑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租金占比不超过营业额的20%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转让费合理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</a:rPr>
              <a:t>• 租期稳定（至少3-5年）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泽思AI商业智库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2026/2/26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感谢使用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泽思AI商业智库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Zenith.ai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Zenith.ai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咖啡店创业指南</dc:title>
  <dc:subject>PptxGenJS Presentation</dc:subject>
  <dc:creator>泽思AI商业智库</dc:creator>
  <cp:lastModifiedBy>泽思AI商业智库</cp:lastModifiedBy>
  <cp:revision>1</cp:revision>
  <dcterms:created xsi:type="dcterms:W3CDTF">2026-02-26T07:54:10Z</dcterms:created>
  <dcterms:modified xsi:type="dcterms:W3CDTF">2026-02-26T07:54:10Z</dcterms:modified>
</cp:coreProperties>
</file>